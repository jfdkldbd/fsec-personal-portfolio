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2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09:24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877 0 24575,'0'233'0,"2"-207"0,0-1 0,2 1 0,8 30 0,-5-27 0,-1-1 0,2 37 0,-8 193 0,-1-118 0,-11 61 0,-9-26 0,-9 80 0,29-238 0,-1 1 0,-1-1 0,-1-1 0,-1 1 0,0-1 0,-1 1 0,-1-1 0,0-1 0,-1 0 0,-1 0 0,0 0 0,-19 22 0,17-23 0,-2 0 0,0 0 0,0-1 0,-1 0 0,-1-2 0,-27 19 0,-20 0 0,-17 10 0,53-25 0,1 0 0,-2-2 0,-32 11 0,43-18 0,-1-2 0,1 0 0,0 0 0,-1-1 0,-22 0 0,-200-5 0,273 1-682,43-9-1,-4-3-6143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09:29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1409 0 24575,'1'1'0,"0"-1"0,0 0 0,0 0 0,0 1 0,0-1 0,0 1 0,0-1 0,0 1 0,0-1 0,0 1 0,-1 0 0,1-1 0,0 1 0,0 0 0,-1 0 0,1-1 0,0 1 0,-1 0 0,1 0 0,-1 0 0,2 2 0,8 23 0,-8-20 0,7 21 0,-2 0 0,-1 1 0,4 50 0,-9-69 0,1 0 0,0 0 0,0-1 0,1 1 0,6 11 0,1 3 0,25 77 0,-30-83 0,-1 0 0,-1 0 0,0 0 0,0 23 0,-4 72 0,-1-44 0,3 52 0,-3 107 0,-8-133 0,0 8 0,-22 215 0,23-242 0,7-45 0,-2 0 0,-10 37 0,8-45 0,-17 56 0,-26 160 0,27-85 0,15-110 0,-19 59 0,11-48 0,-38 126 0,45-160 0,-2 0 0,0 0 0,-1-1 0,-1-1 0,-18 21 0,9-11 0,-102 141 0,112-156 0,-1 0 0,-1-1 0,0 0 0,0-1 0,-20 12 0,5-4 0,-316 203 0,220-147 0,65-37 0,-80 46 0,134-81 0,-1 1 0,0-1 0,0 0 0,0 0 0,0-1 0,0 0 0,-1 0 0,1-1 0,-1 1 0,1-1 0,-1-1 0,0 1 0,1-1 0,-13-1 0,-110-8-1365,111 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09:35.9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24575,'0'6'0,"1"0"0,-1 0 0,2 0 0,1 7 0,3 14 0,1 81 0,-4-39 0,0-46 0,5 22 0,-2-16 0,-2-11 0,1 0 0,0-1 0,1 1 0,1-1 0,16 28 0,-17-35 0,19 36 0,29 69 0,-48-101 0,1 0 0,0-1 0,0 1 0,12 14 0,42 46 0,-25-31 0,-22-27 0,1-1 0,24 19 0,5 5 0,198 169 0,-28-39 0,-206-163 0,1-1 0,-1 1 0,1-2 0,0 1 0,13 4 0,49 12 0,-51-16 0,293 71 0,-224-49 0,-51-14 0,1-2 0,41 7 0,12-11 0,-13-3 0,-22 2 0,54 7 0,-32 4 0,131 25 0,-159-35 0,1-2 0,60-1 0,137-6-386,-203 2-593,-15 0-5847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09:42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24575,'0'4'0,"0"-1"0,1 0 0,0 0 0,0 0 0,0 0 0,0 0 0,0 0 0,0 0 0,1 0 0,2 3 0,21 28 0,-19-27 0,26 29 0,2-2 0,53 41 0,-73-63 0,0-1 0,0-1 0,1 0 0,0-1 0,1-1 0,0 0 0,0-1 0,1-1 0,24 6 0,-6-5 0,54 20 0,-50-17 0,-29-7 0,-1-1 0,1 1 0,-1 0 0,10 6 0,26 12 0,0-2 0,49 13 0,27 11 0,-67-20 0,72 27 0,-109-43 0,25 12 0,11 5 0,393 158 0,-415-168 0,0-2 0,1-2 0,0 0 0,1-3 0,35 5 0,-48-9 0,-1 2 0,0 0 0,0 1 0,33 15 0,-32-12 0,0-1 0,0 0 0,33 6 0,-4-7 0,47 10 0,111 35 0,-179-47 0,0-2 0,40 1 0,9 1 0,147 6 0,-211-11-87,-1 2 0,0-1 0,15 5 0,-15-3-930,6 1-5809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09:44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32 24575,'3'0'0,"1"-3"0,4-1 0,7-1 0,4 2 0,3 0 0,0 2 0,1 0 0,-1 1 0,0 0 0,3 0 0,-4-3 0,0-2 0,-5 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09:48.4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105 142 24575,'-2'10'0,"2"-10"0,-1 0 0,1 0 0,0 0 0,0 0 0,0 0 0,0 0 0,0 0 0,-1 0 0,1 0 0,0 0 0,0 0 0,0 0 0,0 0 0,-1 0 0,1 0 0,0 0 0,0 0 0,0 0 0,0 0 0,0 0 0,-1 0 0,1 0 0,0 0 0,0-1 0,0 1 0,0 0 0,0 0 0,0 0 0,0 0 0,-1 0 0,1 0 0,0-1 0,0 1 0,0 0 0,-12-22 0,7 13 0,-48-97 0,53 106 0,-1-1 0,1 0 0,0 0 0,-1 0 0,1 0 0,-1 1 0,1-1 0,-1 0 0,0 1 0,1-1 0,-1 0 0,0 1 0,1-1 0,-1 1 0,0-1 0,0 1 0,0-1 0,1 1 0,-3-1 0,3 1 0,0 0 0,-1 1 0,1-1 0,-1 0 0,1 0 0,-1 1 0,1-1 0,0 0 0,-1 1 0,1-1 0,0 0 0,-1 1 0,1-1 0,0 0 0,-1 1 0,1-1 0,0 1 0,0-1 0,0 1 0,-1-1 0,1 1 0,0-1 0,0 0 0,0 2 0,-2 5 0,1 0 0,0 0 0,0 10 0,1-7 0,-1 1 0,1 0 0,0 0 0,1 0 0,0 0 0,3 11 0,-4-21 2,0-1 0,0 1 0,0-1 0,0 1 0,0-1 0,1 1-1,-1-1 1,0 1 0,1-1 0,-1 1 0,0-1 0,0 0 0,1 1 0,-1-1 0,1 1 0,-1-1-1,0 0 1,1 1 0,-1-1 0,1 0 0,-1 0 0,1 1 0,-1-1 0,1 0 0,-1 0-1,1 0 1,-1 0 0,1 1 0,-1-1 0,1 0 0,-1 0 0,1 0 0,0 0 0,-1 0-1,1 0 1,-1-1 0,1 1 0,-1 0 0,1 0 0,0 0 0,22-13-612,-18 9-223,8-5-5993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09:49.8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85 110 24575,'0'-9'0,"-1"1"0,1-1 0,-2 1 0,-3-17 0,4 22 0,0 1 0,0-1 0,0 0 0,0 1 0,0-1 0,-1 1 0,1 0 0,-1-1 0,1 1 0,-1 0 0,0 0 0,0 0 0,0 0 0,0 0 0,-1 0 0,1 1 0,0-1 0,-4-1 0,5 2 0,0 1 0,0 0 0,0-1 0,1 1 0,-1 0 0,0 0 0,0 0 0,0 0 0,0 0 0,0 0 0,1 0 0,-1 0 0,0 0 0,0 0 0,0 0 0,0 0 0,1 1 0,-1-1 0,0 0 0,0 1 0,0-1 0,1 0 0,-2 1 0,1 1 0,0-1 0,0 0 0,0 0 0,0 1 0,0-1 0,0 1 0,0-1 0,0 1 0,0-1 0,1 1 0,-1 1 0,-1 5 0,0 0 0,0 0 0,0 14 0,2-20 0,0 3 0,-1 4 0,1 0 0,0 0 0,2 14 0,-2-21 0,0-1 0,1 1 0,-1 0 0,1-1 0,-1 1 0,1-1 0,0 1 0,-1 0 0,1-1 0,0 0 0,1 2 0,-1-2 0,0-1 0,-1 1 0,1-1 0,0 1 0,-1-1 0,1 1 0,0-1 0,0 0 0,0 1 0,-1-1 0,1 0 0,0 0 0,0 1 0,0-1 0,-1 0 0,1 0 0,0 0 0,0 0 0,0 0 0,0 0 0,0 0 0,-1-1 0,2 1 0,0-1 0,0 0 0,-1 1 0,1-1 0,-1 0 0,1 0 0,-1 0 0,0 0 0,1 0 0,-1-1 0,0 1 0,0 0 0,0-1 0,0 1 0,0-1 0,0 1 0,0-1 0,0 1 0,0-1 0,-1 0 0,2-3 0,0-4 0,0 1 0,2-16 0,-3 16-195,0 0 0,-1 0 0,1 0 0,-2 0 0,1-1 0,-3-11 0,-2 5-6631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11:41.1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1 129 24575,'70'1'0,"40"-1"0,152-17 0,2-16 0,7 19 0,89-5 0,1 0 0,-289 20 0,134-2 0,-82-16 0,-89 16-28,42-4-1309,-52 0-5489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11:46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94 24575,'1'0'0,"-1"1"0,0-1 0,0 1 0,0-1 0,0 1 0,1-1 0,-1 0 0,0 1 0,0-1 0,1 1 0,-1-1 0,0 0 0,1 1 0,-1-1 0,0 0 0,1 0 0,-1 1 0,0-1 0,1 0 0,-1 0 0,1 1 0,-1-1 0,1 0 0,-1 0 0,1 0 0,19 8 0,0-1 0,35 6 0,-27-6 0,112 14 0,-38-8 0,-26-1 0,107 1 0,78-13 0,-114-2 0,-128 2 0,345-15 0,-67-38 0,-222 41 0,-47 8 0,41-10 0,-5-9 0,-38 13 0,29-8 0,-20 10-91,79-23-1183,-98 25-5552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11:48.2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694 1329 24575,'-2'-1'0,"-1"1"0,1-1 0,-1 0 0,1 0 0,-1 0 0,1-1 0,0 1 0,0 0 0,-1-1 0,1 0 0,0 1 0,0-1 0,0 0 0,1 0 0,-3-2 0,-9-9 0,-96-89 0,42 38 0,52 49 0,1-1 0,0 0 0,1 0 0,-12-21 0,-37-77 0,62 113 0,-32-53 0,22 39 0,0 0 0,2-1 0,-11-26 0,-48-196 0,63 224 0,0-1 0,-1 1 0,-13-24 0,9 19 0,-8-22 0,-8-39 0,-16-86 0,38 154 0,0 0 0,-2 0 0,-7-17 0,5 15 0,-7-25 0,13 36-107,1 1 10,0 1 0,-1-1 1,1 0-1,-1 1 0,1-1 0,-1 1 1,0-1-1,0 1 0,0-1 0,1 1 0,-1-1 1,-3-1-1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3:11:49.8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1593 2264 24575,'-18'-9'0,"-1"2"0,0 0 0,-26-5 0,25 7 0,-134-31 0,-17-4 0,123 26 0,-71-31 0,102 37 0,0-1 0,0-1 0,1-1 0,-26-23 0,-51-58 0,29 25 0,49 53 0,-38-36 0,-54-68 0,-17-65 0,16-11 0,83 142 0,3-1 0,-25-89 0,33 95 0,-41-148 0,3 10 0,37 132 0,-11-80 0,5-56 0,12 99 0,6 62 0,-13-100 0,15 125-1365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85AC1-FD26-4F07-868C-4FB0C349A645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C39FC-DB5C-4A8F-BFC4-9286D9F40F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75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15934-AC80-E4E0-D89E-CFACB545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EE6D0A-CAE1-A8C0-8B9C-4F11AF899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BE5270-D751-BA94-D96C-EB85A0891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以及研制出了机械底盘架构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CB2BCC-6C3A-9F0F-1A75-092657524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6C477-A2E5-4B84-AA5E-5D7D74DAEF2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36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6982B-4308-021A-D49D-30E9B892E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EB9EB5-9196-B219-0744-417FC58CD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64CDC6-9C30-2A52-7CCA-4453BAD1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3C376-FA8B-69C2-2462-355E1B13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C5CC2-8D5A-DCA2-DA5C-02B23C7C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27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E1630-7800-BC3B-E146-4B37BE64F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EAB189-7A99-631D-6C35-E35E24291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2EA8E2-E294-0EBB-6961-F5602512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C2D3A-5895-1174-CA2B-B8805BC9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F03B7-F42D-AA4F-DCAF-770E7AB6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05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B1557-3BC2-ACFD-9C6C-6F3C3143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E1FA0F-EC05-0D73-B476-57167D3D2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D1D7C-28B3-BBB5-A286-F28F5B17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AEFC6B-BAF9-5323-6F61-A0948A4C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16D97-0DB2-559E-7746-00A7FD56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96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1BA50-68E4-F8E3-5CC0-489EA20B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62DD3D-4F96-E598-7094-DA2F6EB96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DC5372-5DF4-AEBC-1FB9-EEF48033C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FA3671-63D5-F7D6-1A1A-AFCCF244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3E8971-F135-D94A-2783-BB02D84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256C8-199C-5638-C37E-273123AD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22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A84A9-697B-8F26-C6D3-CFF02380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2F1855-B514-D54A-AE37-B052B3359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2B6256-6A0E-F5D2-84E6-86F6724CF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894E51-5289-BCC5-A181-9938E3E58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777BC0-2DEB-EA1E-DA8B-FBC88A502C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72F359-ACF0-257D-3113-C85EA031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793AEC-6D6D-C1A3-7D53-23601220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75A747-8E6A-FFEE-0560-F13F9DEA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22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4696B-4589-B8C0-DB7F-B10BD694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3F0B51E-AAC1-8351-4DB3-47D02449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D8B02F-76B8-03D3-BAC1-EEF8D3C5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DC80B5-D4DB-34AB-E0D8-D6D60F10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06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E530A3-7006-1362-C029-A6683216F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97C7DB-BD54-E286-BC1F-59CCF728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57D8C3-202B-A3D4-E35E-F9D1A28B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67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66DB2-B916-A256-700F-5486AE94B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81B0D3-9B32-36FB-2364-791855B7C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08257-1DE0-5B93-AA94-F793160B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445270-C033-251C-2091-08C7AC46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5BC24D-2EC1-AE18-E341-A15C61C5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561E6C-52FB-87AD-CB77-9C48F71B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07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C7586E-277A-CD2B-090F-C9CC0DCF7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0D8750-417E-2CDC-8734-D1D9E97DA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66D396-57AB-73E9-548E-2C9C48DEC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6DEB91-080E-5295-0046-A2072EB2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3AD82-24A5-A89A-1D3F-6CF21C7B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3AD3E0-65E6-D362-2D98-807EBD3A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58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BD964-477D-7A64-1E5E-DEBFF6AC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604984-9F20-D54C-72C2-F46CB4A68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DAAD4A-FC2C-92EA-28B1-4FDB0125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C5D2C6-FABA-B6FF-EF91-B1E62984B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76ADA1-50A1-6955-679E-BF7FD2C3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9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D394E2-9BCE-DD50-050B-8974FA243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41D072-5D53-16F2-EDF4-47207790C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37D30-500D-8AA4-2E35-197A37D0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9844D9-D8CB-566F-6FD4-8277FF46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B8CF4B-B166-F1C9-7569-4A717181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5853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3"/>
          <p:cNvGrpSpPr/>
          <p:nvPr userDrawn="1"/>
        </p:nvGrpSpPr>
        <p:grpSpPr>
          <a:xfrm>
            <a:off x="0" y="6750002"/>
            <a:ext cx="12192000" cy="108001"/>
            <a:chOff x="0" y="6750000"/>
            <a:chExt cx="12192000" cy="108001"/>
          </a:xfrm>
        </p:grpSpPr>
        <p:sp>
          <p:nvSpPr>
            <p:cNvPr id="8" name="矩形 8"/>
            <p:cNvSpPr>
              <a:spLocks noChangeArrowheads="1"/>
            </p:cNvSpPr>
            <p:nvPr userDrawn="1"/>
          </p:nvSpPr>
          <p:spPr bwMode="auto">
            <a:xfrm>
              <a:off x="3048000" y="6750001"/>
              <a:ext cx="9144000" cy="108000"/>
            </a:xfrm>
            <a:prstGeom prst="rect">
              <a:avLst/>
            </a:prstGeom>
            <a:solidFill>
              <a:srgbClr val="EAEAEA"/>
            </a:solidFill>
            <a:ln w="25400" algn="ctr">
              <a:noFill/>
              <a:miter lim="800000"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9" name="矩形 18"/>
            <p:cNvSpPr>
              <a:spLocks noChangeArrowheads="1"/>
            </p:cNvSpPr>
            <p:nvPr userDrawn="1"/>
          </p:nvSpPr>
          <p:spPr bwMode="auto">
            <a:xfrm>
              <a:off x="0" y="6750000"/>
              <a:ext cx="3311525" cy="108000"/>
            </a:xfrm>
            <a:prstGeom prst="rect">
              <a:avLst/>
            </a:prstGeom>
            <a:solidFill>
              <a:schemeClr val="tx2"/>
            </a:solidFill>
            <a:ln w="25400" algn="ctr">
              <a:noFill/>
              <a:miter lim="800000"/>
            </a:ln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350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291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376D78-FABA-B8DB-AC8C-610E62C0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24FABE-4BB1-4C75-22C9-B7DB75D9A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BFEA5-636C-749B-2DA5-6D7BBB902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DF948-AC37-4286-8AB2-1D3F9ED27474}" type="datetimeFigureOut">
              <a:rPr lang="zh-CN" altLang="en-US" smtClean="0"/>
              <a:t>2025/8/14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A6E7DB-955A-ED79-9502-42242F36D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57633B-FF9C-61FB-FED0-2906D90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1FE83-7354-429F-AF15-0AB9859E88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6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8624-9FA0-0694-CA34-941F4134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文本框 148">
            <a:extLst>
              <a:ext uri="{FF2B5EF4-FFF2-40B4-BE49-F238E27FC236}">
                <a16:creationId xmlns:a16="http://schemas.microsoft.com/office/drawing/2014/main" id="{6C4D5271-13CF-4A08-8C70-EABCB00B86E0}"/>
              </a:ext>
            </a:extLst>
          </p:cNvPr>
          <p:cNvSpPr txBox="1"/>
          <p:nvPr/>
        </p:nvSpPr>
        <p:spPr>
          <a:xfrm>
            <a:off x="5401656" y="1370239"/>
            <a:ext cx="5933094" cy="2042553"/>
          </a:xfrm>
          <a:prstGeom prst="rect">
            <a:avLst/>
          </a:prstGeom>
          <a:solidFill>
            <a:schemeClr val="accent6">
              <a:lumMod val="40000"/>
              <a:lumOff val="60000"/>
              <a:alpha val="63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8CDCBDA1-4BB0-5EF1-5312-497FF8123654}"/>
              </a:ext>
            </a:extLst>
          </p:cNvPr>
          <p:cNvSpPr txBox="1"/>
          <p:nvPr/>
        </p:nvSpPr>
        <p:spPr>
          <a:xfrm>
            <a:off x="5899562" y="3618981"/>
            <a:ext cx="6040630" cy="12597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3A8E00-C5B6-5588-695D-AE4A513D4EC1}"/>
              </a:ext>
            </a:extLst>
          </p:cNvPr>
          <p:cNvSpPr txBox="1"/>
          <p:nvPr/>
        </p:nvSpPr>
        <p:spPr>
          <a:xfrm>
            <a:off x="6072365" y="2667580"/>
            <a:ext cx="1240458" cy="2062103"/>
          </a:xfrm>
          <a:prstGeom prst="rect">
            <a:avLst/>
          </a:prstGeom>
          <a:solidFill>
            <a:srgbClr val="EE8640"/>
          </a:solidFill>
        </p:spPr>
        <p:txBody>
          <a:bodyPr wrap="square" rtlCol="0">
            <a:spAutoFit/>
          </a:bodyPr>
          <a:lstStyle/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动力电池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D91E526B-0B07-BB4E-F5B3-4A70ED9E5947}"/>
              </a:ext>
            </a:extLst>
          </p:cNvPr>
          <p:cNvSpPr/>
          <p:nvPr/>
        </p:nvSpPr>
        <p:spPr>
          <a:xfrm>
            <a:off x="1820523" y="1505885"/>
            <a:ext cx="3438298" cy="42111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F6D7A211-4961-6E3E-2851-D0FA3875EA50}"/>
              </a:ext>
            </a:extLst>
          </p:cNvPr>
          <p:cNvSpPr txBox="1"/>
          <p:nvPr/>
        </p:nvSpPr>
        <p:spPr>
          <a:xfrm>
            <a:off x="8222870" y="4976121"/>
            <a:ext cx="2699129" cy="15249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6209EB7-08AB-09FE-1F9C-8FA63EBB1EE9}"/>
              </a:ext>
            </a:extLst>
          </p:cNvPr>
          <p:cNvGrpSpPr/>
          <p:nvPr/>
        </p:nvGrpSpPr>
        <p:grpSpPr>
          <a:xfrm>
            <a:off x="1783543" y="760528"/>
            <a:ext cx="7099870" cy="68798"/>
            <a:chOff x="7460343" y="1311756"/>
            <a:chExt cx="8802330" cy="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4D63AA53-BC73-935C-39D9-A3D4B424084B}"/>
                </a:ext>
              </a:extLst>
            </p:cNvPr>
            <p:cNvCxnSpPr/>
            <p:nvPr/>
          </p:nvCxnSpPr>
          <p:spPr>
            <a:xfrm>
              <a:off x="7460343" y="1311756"/>
              <a:ext cx="8802330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EC59339E-1268-8939-9939-5910E6258C39}"/>
                </a:ext>
              </a:extLst>
            </p:cNvPr>
            <p:cNvCxnSpPr/>
            <p:nvPr/>
          </p:nvCxnSpPr>
          <p:spPr>
            <a:xfrm>
              <a:off x="7460343" y="1311756"/>
              <a:ext cx="589713" cy="0"/>
            </a:xfrm>
            <a:prstGeom prst="line">
              <a:avLst/>
            </a:prstGeom>
            <a:ln w="3810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接连接符 4">
            <a:extLst>
              <a:ext uri="{FF2B5EF4-FFF2-40B4-BE49-F238E27FC236}">
                <a16:creationId xmlns:a16="http://schemas.microsoft.com/office/drawing/2014/main" id="{A13E8CC3-8FA4-1C99-870D-F6BFF41D4699}"/>
              </a:ext>
            </a:extLst>
          </p:cNvPr>
          <p:cNvCxnSpPr/>
          <p:nvPr/>
        </p:nvCxnSpPr>
        <p:spPr>
          <a:xfrm>
            <a:off x="8940865" y="761510"/>
            <a:ext cx="1447800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28ACB43E-F2F2-3B7D-491C-6D96DC6FB0F1}"/>
              </a:ext>
            </a:extLst>
          </p:cNvPr>
          <p:cNvCxnSpPr/>
          <p:nvPr/>
        </p:nvCxnSpPr>
        <p:spPr>
          <a:xfrm>
            <a:off x="1773384" y="6632873"/>
            <a:ext cx="865533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6">
            <a:extLst>
              <a:ext uri="{FF2B5EF4-FFF2-40B4-BE49-F238E27FC236}">
                <a16:creationId xmlns:a16="http://schemas.microsoft.com/office/drawing/2014/main" id="{450838A3-810D-4049-5118-227A2257E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888" y="6502068"/>
            <a:ext cx="631904" cy="2616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r" defTabSz="342900">
              <a:defRPr/>
            </a:pPr>
            <a:r>
              <a:rPr lang="en-US" altLang="zh-CN" sz="1100" kern="10" dirty="0">
                <a:ln w="9525">
                  <a:noFill/>
                  <a:round/>
                </a:ln>
                <a:gradFill rotWithShape="1">
                  <a:gsLst>
                    <a:gs pos="0">
                      <a:prstClr val="white">
                        <a:lumMod val="50000"/>
                      </a:prstClr>
                    </a:gs>
                    <a:gs pos="100000">
                      <a:prstClr val="white">
                        <a:lumMod val="50000"/>
                      </a:prstClr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Page </a:t>
            </a:r>
            <a:fld id="{A45D51EE-D175-4F6B-96D5-1F5F9EADD7B1}" type="slidenum">
              <a:rPr lang="en-US" altLang="zh-CN" sz="1100" kern="10">
                <a:ln w="9525">
                  <a:noFill/>
                  <a:round/>
                </a:ln>
                <a:gradFill rotWithShape="1">
                  <a:gsLst>
                    <a:gs pos="0">
                      <a:prstClr val="white">
                        <a:lumMod val="50000"/>
                      </a:prstClr>
                    </a:gs>
                    <a:gs pos="100000">
                      <a:prstClr val="white">
                        <a:lumMod val="50000"/>
                      </a:prstClr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pPr algn="r" defTabSz="342900">
                <a:defRPr/>
              </a:pPr>
              <a:t>1</a:t>
            </a:fld>
            <a:endParaRPr lang="en-US" altLang="zh-CN" sz="1100" kern="10" dirty="0">
              <a:ln w="9525">
                <a:noFill/>
                <a:round/>
              </a:ln>
              <a:gradFill rotWithShape="1">
                <a:gsLst>
                  <a:gs pos="0">
                    <a:prstClr val="white">
                      <a:lumMod val="50000"/>
                    </a:prstClr>
                  </a:gs>
                  <a:gs pos="100000">
                    <a:prstClr val="white">
                      <a:lumMod val="50000"/>
                    </a:prstClr>
                  </a:gs>
                </a:gsLst>
                <a:lin ang="5400000" scaled="1"/>
              </a:gra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2A66F04-D815-0E0C-0DF8-14428CF734F0}"/>
              </a:ext>
            </a:extLst>
          </p:cNvPr>
          <p:cNvSpPr txBox="1"/>
          <p:nvPr/>
        </p:nvSpPr>
        <p:spPr>
          <a:xfrm>
            <a:off x="1671784" y="171906"/>
            <a:ext cx="48712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项目目标</a:t>
            </a:r>
            <a:endParaRPr 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C8D7B1-519C-47E7-7ABB-862DDA832C21}"/>
              </a:ext>
            </a:extLst>
          </p:cNvPr>
          <p:cNvSpPr/>
          <p:nvPr/>
        </p:nvSpPr>
        <p:spPr>
          <a:xfrm>
            <a:off x="1671784" y="335970"/>
            <a:ext cx="8605122" cy="475597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3464" indent="-283464">
              <a:buSzPts val="2000"/>
              <a:buFont typeface="Wingdings" panose="05000000000000000000" pitchFamily="2" charset="2"/>
              <a:buChar char="Ø"/>
            </a:pPr>
            <a:r>
              <a:rPr lang="zh-CN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提出集成性、安全性的整车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电气架构</a:t>
            </a:r>
            <a:r>
              <a:rPr lang="zh-CN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zh-CN" sz="2000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A7BF92A-C70B-EC31-7870-E172EF407705}"/>
              </a:ext>
            </a:extLst>
          </p:cNvPr>
          <p:cNvCxnSpPr>
            <a:cxnSpLocks/>
          </p:cNvCxnSpPr>
          <p:nvPr/>
        </p:nvCxnSpPr>
        <p:spPr>
          <a:xfrm>
            <a:off x="1773384" y="6632873"/>
            <a:ext cx="8655335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6">
            <a:extLst>
              <a:ext uri="{FF2B5EF4-FFF2-40B4-BE49-F238E27FC236}">
                <a16:creationId xmlns:a16="http://schemas.microsoft.com/office/drawing/2014/main" id="{F54CCD36-52C8-3C47-0A6B-10BEC8BA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5888" y="6502068"/>
            <a:ext cx="631904" cy="2616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pPr algn="r" defTabSz="342900">
              <a:defRPr/>
            </a:pPr>
            <a:r>
              <a:rPr lang="en-US" altLang="zh-CN" sz="1100" kern="10" dirty="0">
                <a:ln w="9525">
                  <a:noFill/>
                  <a:round/>
                </a:ln>
                <a:gradFill rotWithShape="1">
                  <a:gsLst>
                    <a:gs pos="0">
                      <a:prstClr val="white">
                        <a:lumMod val="50000"/>
                      </a:prstClr>
                    </a:gs>
                    <a:gs pos="100000">
                      <a:prstClr val="white">
                        <a:lumMod val="50000"/>
                      </a:prstClr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Page </a:t>
            </a:r>
            <a:fld id="{A45D51EE-D175-4F6B-96D5-1F5F9EADD7B1}" type="slidenum">
              <a:rPr lang="en-US" altLang="zh-CN" sz="1100" kern="10">
                <a:ln w="9525">
                  <a:noFill/>
                  <a:round/>
                </a:ln>
                <a:gradFill rotWithShape="1">
                  <a:gsLst>
                    <a:gs pos="0">
                      <a:prstClr val="white">
                        <a:lumMod val="50000"/>
                      </a:prstClr>
                    </a:gs>
                    <a:gs pos="100000">
                      <a:prstClr val="white">
                        <a:lumMod val="50000"/>
                      </a:prstClr>
                    </a:gs>
                  </a:gsLst>
                  <a:lin ang="5400000" scaled="1"/>
                </a:gra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pPr algn="r" defTabSz="342900">
                <a:defRPr/>
              </a:pPr>
              <a:t>1</a:t>
            </a:fld>
            <a:endParaRPr lang="en-US" altLang="zh-CN" sz="1100" kern="10" dirty="0">
              <a:ln w="9525">
                <a:noFill/>
                <a:round/>
              </a:ln>
              <a:gradFill rotWithShape="1">
                <a:gsLst>
                  <a:gs pos="0">
                    <a:prstClr val="white">
                      <a:lumMod val="50000"/>
                    </a:prstClr>
                  </a:gs>
                  <a:gs pos="100000">
                    <a:prstClr val="white">
                      <a:lumMod val="50000"/>
                    </a:prstClr>
                  </a:gs>
                </a:gsLst>
                <a:lin ang="5400000" scaled="1"/>
              </a:gra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890C85-11CC-09E1-0A8D-600E5DB1FB41}"/>
              </a:ext>
            </a:extLst>
          </p:cNvPr>
          <p:cNvSpPr txBox="1"/>
          <p:nvPr/>
        </p:nvSpPr>
        <p:spPr>
          <a:xfrm>
            <a:off x="6140975" y="2779300"/>
            <a:ext cx="982378" cy="307777"/>
          </a:xfrm>
          <a:prstGeom prst="rect">
            <a:avLst/>
          </a:prstGeom>
          <a:solidFill>
            <a:schemeClr val="accent6"/>
          </a:solidFill>
          <a:ln w="698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BMS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31708B-2EFE-5F10-F948-2FE3D7DCFB35}"/>
              </a:ext>
            </a:extLst>
          </p:cNvPr>
          <p:cNvSpPr txBox="1"/>
          <p:nvPr/>
        </p:nvSpPr>
        <p:spPr>
          <a:xfrm>
            <a:off x="8544987" y="3894596"/>
            <a:ext cx="1489588" cy="769441"/>
          </a:xfrm>
          <a:prstGeom prst="rect">
            <a:avLst/>
          </a:prstGeom>
          <a:solidFill>
            <a:srgbClr val="EE8640"/>
          </a:solidFill>
        </p:spPr>
        <p:txBody>
          <a:bodyPr wrap="square" rtlCol="0">
            <a:spAutoFit/>
          </a:bodyPr>
          <a:lstStyle/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电机控制器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050503E8-B459-4C0C-5F46-00090CF942DB}"/>
              </a:ext>
            </a:extLst>
          </p:cNvPr>
          <p:cNvCxnSpPr>
            <a:cxnSpLocks/>
          </p:cNvCxnSpPr>
          <p:nvPr/>
        </p:nvCxnSpPr>
        <p:spPr>
          <a:xfrm>
            <a:off x="7167418" y="4206156"/>
            <a:ext cx="138401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5AA59231-9F14-F155-D681-1DC03591F1E8}"/>
              </a:ext>
            </a:extLst>
          </p:cNvPr>
          <p:cNvSpPr txBox="1"/>
          <p:nvPr/>
        </p:nvSpPr>
        <p:spPr>
          <a:xfrm>
            <a:off x="10428722" y="4003465"/>
            <a:ext cx="602378" cy="2616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电机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3FDA29E-A55D-A13A-9B9E-F11EE7BCA218}"/>
              </a:ext>
            </a:extLst>
          </p:cNvPr>
          <p:cNvSpPr txBox="1"/>
          <p:nvPr/>
        </p:nvSpPr>
        <p:spPr>
          <a:xfrm>
            <a:off x="10428724" y="4286532"/>
            <a:ext cx="602377" cy="25391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电机</a:t>
            </a:r>
            <a:r>
              <a:rPr lang="en-US" altLang="zh-CN" sz="10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4BCDA60-8998-673D-1A59-BC5B73505C2F}"/>
              </a:ext>
            </a:extLst>
          </p:cNvPr>
          <p:cNvSpPr txBox="1"/>
          <p:nvPr/>
        </p:nvSpPr>
        <p:spPr>
          <a:xfrm>
            <a:off x="10428722" y="4560106"/>
            <a:ext cx="602377" cy="2616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电机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4430770-6DF5-5647-9AB5-4EBC57142BF9}"/>
              </a:ext>
            </a:extLst>
          </p:cNvPr>
          <p:cNvSpPr txBox="1"/>
          <p:nvPr/>
        </p:nvSpPr>
        <p:spPr>
          <a:xfrm>
            <a:off x="10428720" y="3720398"/>
            <a:ext cx="602378" cy="2616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电机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F019461-C1DA-6C45-65A7-7FB9729C9965}"/>
              </a:ext>
            </a:extLst>
          </p:cNvPr>
          <p:cNvCxnSpPr>
            <a:cxnSpLocks/>
          </p:cNvCxnSpPr>
          <p:nvPr/>
        </p:nvCxnSpPr>
        <p:spPr>
          <a:xfrm flipV="1">
            <a:off x="10034575" y="3872262"/>
            <a:ext cx="394144" cy="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11D6A9E-72BB-B750-5035-F9585566CBFC}"/>
              </a:ext>
            </a:extLst>
          </p:cNvPr>
          <p:cNvCxnSpPr>
            <a:cxnSpLocks/>
          </p:cNvCxnSpPr>
          <p:nvPr/>
        </p:nvCxnSpPr>
        <p:spPr>
          <a:xfrm flipV="1">
            <a:off x="10034577" y="4134704"/>
            <a:ext cx="394144" cy="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F0E3E0CC-12C4-2651-E7E4-E5EB0B649948}"/>
              </a:ext>
            </a:extLst>
          </p:cNvPr>
          <p:cNvCxnSpPr>
            <a:cxnSpLocks/>
          </p:cNvCxnSpPr>
          <p:nvPr/>
        </p:nvCxnSpPr>
        <p:spPr>
          <a:xfrm flipV="1">
            <a:off x="10034579" y="4416882"/>
            <a:ext cx="394144" cy="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A01E636-87C3-923A-A20D-7C0174DBB4F5}"/>
              </a:ext>
            </a:extLst>
          </p:cNvPr>
          <p:cNvCxnSpPr>
            <a:cxnSpLocks/>
          </p:cNvCxnSpPr>
          <p:nvPr/>
        </p:nvCxnSpPr>
        <p:spPr>
          <a:xfrm flipV="1">
            <a:off x="10034577" y="4695426"/>
            <a:ext cx="394144" cy="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CF63F2E-7A69-43B7-638F-578A62D97E08}"/>
              </a:ext>
            </a:extLst>
          </p:cNvPr>
          <p:cNvCxnSpPr>
            <a:cxnSpLocks/>
          </p:cNvCxnSpPr>
          <p:nvPr/>
        </p:nvCxnSpPr>
        <p:spPr>
          <a:xfrm flipV="1">
            <a:off x="7299616" y="4412810"/>
            <a:ext cx="1251821" cy="407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85036AF8-D537-F435-B3AE-D580C2EAC9EB}"/>
              </a:ext>
            </a:extLst>
          </p:cNvPr>
          <p:cNvSpPr txBox="1"/>
          <p:nvPr/>
        </p:nvSpPr>
        <p:spPr>
          <a:xfrm>
            <a:off x="6140975" y="2045197"/>
            <a:ext cx="2357372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VCU</a:t>
            </a: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Vehicle Control Unit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1EF9389-5AC0-7B8F-00BA-9C34484B28C5}"/>
              </a:ext>
            </a:extLst>
          </p:cNvPr>
          <p:cNvSpPr txBox="1"/>
          <p:nvPr/>
        </p:nvSpPr>
        <p:spPr>
          <a:xfrm>
            <a:off x="6150870" y="1490688"/>
            <a:ext cx="541724" cy="307776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仪表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8514B665-9B81-6BF2-4E87-CD15144D9CCB}"/>
              </a:ext>
            </a:extLst>
          </p:cNvPr>
          <p:cNvSpPr txBox="1"/>
          <p:nvPr/>
        </p:nvSpPr>
        <p:spPr>
          <a:xfrm>
            <a:off x="6804857" y="1490689"/>
            <a:ext cx="677869" cy="307777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ECU1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83EF8489-7A3C-253E-565A-20B7F09B5D8C}"/>
              </a:ext>
            </a:extLst>
          </p:cNvPr>
          <p:cNvSpPr txBox="1"/>
          <p:nvPr/>
        </p:nvSpPr>
        <p:spPr>
          <a:xfrm>
            <a:off x="7599896" y="1488320"/>
            <a:ext cx="682778" cy="307777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ECU2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9F6BE99-29AC-B884-DD04-D6CC24F48372}"/>
              </a:ext>
            </a:extLst>
          </p:cNvPr>
          <p:cNvSpPr txBox="1"/>
          <p:nvPr/>
        </p:nvSpPr>
        <p:spPr>
          <a:xfrm>
            <a:off x="8399845" y="1491554"/>
            <a:ext cx="741773" cy="307777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ECU…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C93B672A-85D6-2A4E-B3A5-27EEBCA66DDE}"/>
              </a:ext>
            </a:extLst>
          </p:cNvPr>
          <p:cNvCxnSpPr>
            <a:cxnSpLocks/>
            <a:stCxn id="79" idx="1"/>
            <a:endCxn id="78" idx="1"/>
          </p:cNvCxnSpPr>
          <p:nvPr/>
        </p:nvCxnSpPr>
        <p:spPr>
          <a:xfrm rot="10800000" flipV="1">
            <a:off x="6140977" y="1644576"/>
            <a:ext cx="9895" cy="662231"/>
          </a:xfrm>
          <a:prstGeom prst="bentConnector3">
            <a:avLst>
              <a:gd name="adj1" fmla="val 2410258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B37B60F6-4DE1-181C-C495-0BC02C0EDA0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28275" y="2306807"/>
            <a:ext cx="12700" cy="626382"/>
          </a:xfrm>
          <a:prstGeom prst="bentConnector3">
            <a:avLst>
              <a:gd name="adj1" fmla="val 180000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AB81D4B3-28B3-C3AE-7DD0-53618BC1F33E}"/>
              </a:ext>
            </a:extLst>
          </p:cNvPr>
          <p:cNvCxnSpPr>
            <a:cxnSpLocks/>
            <a:stCxn id="80" idx="2"/>
          </p:cNvCxnSpPr>
          <p:nvPr/>
        </p:nvCxnSpPr>
        <p:spPr>
          <a:xfrm rot="5400000">
            <a:off x="6465428" y="1250909"/>
            <a:ext cx="130806" cy="1225921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D3B71F28-F9BA-CA9E-FCD5-300E1181EF69}"/>
              </a:ext>
            </a:extLst>
          </p:cNvPr>
          <p:cNvCxnSpPr>
            <a:cxnSpLocks/>
            <a:stCxn id="81" idx="2"/>
          </p:cNvCxnSpPr>
          <p:nvPr/>
        </p:nvCxnSpPr>
        <p:spPr>
          <a:xfrm rot="5400000">
            <a:off x="7474128" y="1465761"/>
            <a:ext cx="136823" cy="797495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8145D839-7E3B-C82F-FA9F-96744D3E5021}"/>
              </a:ext>
            </a:extLst>
          </p:cNvPr>
          <p:cNvCxnSpPr>
            <a:cxnSpLocks/>
            <a:stCxn id="82" idx="2"/>
          </p:cNvCxnSpPr>
          <p:nvPr/>
        </p:nvCxnSpPr>
        <p:spPr>
          <a:xfrm rot="5400000">
            <a:off x="8292581" y="1448032"/>
            <a:ext cx="126852" cy="829448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9F6D40C-E116-A7C3-9B9C-81C64F25C1BE}"/>
              </a:ext>
            </a:extLst>
          </p:cNvPr>
          <p:cNvSpPr txBox="1"/>
          <p:nvPr/>
        </p:nvSpPr>
        <p:spPr>
          <a:xfrm>
            <a:off x="5434055" y="2141584"/>
            <a:ext cx="60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</a:t>
            </a:r>
          </a:p>
          <a:p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662136A8-B502-B604-6051-D1B963007B9B}"/>
              </a:ext>
            </a:extLst>
          </p:cNvPr>
          <p:cNvCxnSpPr>
            <a:cxnSpLocks/>
            <a:stCxn id="115" idx="3"/>
          </p:cNvCxnSpPr>
          <p:nvPr/>
        </p:nvCxnSpPr>
        <p:spPr>
          <a:xfrm flipV="1">
            <a:off x="4940527" y="4559102"/>
            <a:ext cx="1254362" cy="64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1F5911C-5F16-B531-3D60-86EAF4FAE293}"/>
              </a:ext>
            </a:extLst>
          </p:cNvPr>
          <p:cNvSpPr txBox="1"/>
          <p:nvPr/>
        </p:nvSpPr>
        <p:spPr>
          <a:xfrm>
            <a:off x="5401656" y="4323265"/>
            <a:ext cx="602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49DC84DC-DFAA-B932-6C2C-3CF3B3423C72}"/>
              </a:ext>
            </a:extLst>
          </p:cNvPr>
          <p:cNvSpPr txBox="1"/>
          <p:nvPr/>
        </p:nvSpPr>
        <p:spPr>
          <a:xfrm>
            <a:off x="7336967" y="4177654"/>
            <a:ext cx="1177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EE86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HV CIRCUIT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AE2A8187-ED41-1E1B-CE71-1FD6762FB35B}"/>
              </a:ext>
            </a:extLst>
          </p:cNvPr>
          <p:cNvSpPr txBox="1"/>
          <p:nvPr/>
        </p:nvSpPr>
        <p:spPr>
          <a:xfrm>
            <a:off x="8721079" y="5024573"/>
            <a:ext cx="1240458" cy="1384995"/>
          </a:xfrm>
          <a:prstGeom prst="rect">
            <a:avLst/>
          </a:prstGeom>
          <a:solidFill>
            <a:srgbClr val="EE864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高压板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（预充电路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放电电路）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E725F70D-FF79-2577-AA44-F8BEF01B9E15}"/>
              </a:ext>
            </a:extLst>
          </p:cNvPr>
          <p:cNvGrpSpPr/>
          <p:nvPr/>
        </p:nvGrpSpPr>
        <p:grpSpPr>
          <a:xfrm>
            <a:off x="2116854" y="3719136"/>
            <a:ext cx="2823673" cy="1692771"/>
            <a:chOff x="1300008" y="3730150"/>
            <a:chExt cx="2756694" cy="1692771"/>
          </a:xfrm>
        </p:grpSpPr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7662A641-9A8C-56EF-310B-E456907F9FB4}"/>
                </a:ext>
              </a:extLst>
            </p:cNvPr>
            <p:cNvSpPr txBox="1"/>
            <p:nvPr/>
          </p:nvSpPr>
          <p:spPr>
            <a:xfrm>
              <a:off x="1300008" y="3730150"/>
              <a:ext cx="2756694" cy="169277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i="1" u="sng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低压盒</a:t>
              </a:r>
              <a:endParaRPr lang="en-US" altLang="zh-CN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b="1" dirty="0">
                <a:solidFill>
                  <a:srgbClr val="F4F1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b="1" dirty="0">
                <a:solidFill>
                  <a:srgbClr val="F4F1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b="1" dirty="0">
                <a:solidFill>
                  <a:srgbClr val="F4F1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b="1" dirty="0">
                <a:solidFill>
                  <a:srgbClr val="F4F1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5614BCF8-707B-CE9D-B3C1-C20224F8A193}"/>
                </a:ext>
              </a:extLst>
            </p:cNvPr>
            <p:cNvSpPr txBox="1"/>
            <p:nvPr/>
          </p:nvSpPr>
          <p:spPr>
            <a:xfrm>
              <a:off x="1475129" y="4691968"/>
              <a:ext cx="2405379" cy="6463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低压板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TSAL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、安全回路）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21F4D52-5AA3-3B5C-A006-C9B97C0F9851}"/>
                </a:ext>
              </a:extLst>
            </p:cNvPr>
            <p:cNvSpPr txBox="1"/>
            <p:nvPr/>
          </p:nvSpPr>
          <p:spPr>
            <a:xfrm>
              <a:off x="1562530" y="4241196"/>
              <a:ext cx="992593" cy="369332"/>
            </a:xfrm>
            <a:prstGeom prst="rect">
              <a:avLst/>
            </a:prstGeom>
            <a:solidFill>
              <a:srgbClr val="EBEB4F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BSPD</a:t>
              </a:r>
            </a:p>
          </p:txBody>
        </p:sp>
      </p:grpSp>
      <p:sp>
        <p:nvSpPr>
          <p:cNvPr id="129" name="文本框 128">
            <a:extLst>
              <a:ext uri="{FF2B5EF4-FFF2-40B4-BE49-F238E27FC236}">
                <a16:creationId xmlns:a16="http://schemas.microsoft.com/office/drawing/2014/main" id="{3D5466CB-D46E-4580-00AF-BC5625C15D23}"/>
              </a:ext>
            </a:extLst>
          </p:cNvPr>
          <p:cNvSpPr txBox="1"/>
          <p:nvPr/>
        </p:nvSpPr>
        <p:spPr>
          <a:xfrm>
            <a:off x="8774948" y="5846897"/>
            <a:ext cx="1132720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9850">
            <a:solidFill>
              <a:srgbClr val="EE864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电压采集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B86C1C53-A0BC-50B4-646D-2ED6023DEED9}"/>
              </a:ext>
            </a:extLst>
          </p:cNvPr>
          <p:cNvCxnSpPr>
            <a:cxnSpLocks/>
            <a:stCxn id="78" idx="3"/>
          </p:cNvCxnSpPr>
          <p:nvPr/>
        </p:nvCxnSpPr>
        <p:spPr>
          <a:xfrm>
            <a:off x="8498347" y="2306807"/>
            <a:ext cx="364212" cy="1601290"/>
          </a:xfrm>
          <a:prstGeom prst="bentConnector2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906550A-09EE-5B5A-85BD-D0FC95B3912E}"/>
              </a:ext>
            </a:extLst>
          </p:cNvPr>
          <p:cNvSpPr txBox="1"/>
          <p:nvPr/>
        </p:nvSpPr>
        <p:spPr>
          <a:xfrm>
            <a:off x="8808553" y="2745896"/>
            <a:ext cx="602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</a:t>
            </a:r>
          </a:p>
          <a:p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BUS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19439E67-6D99-D738-EA91-0EF6604C4CDF}"/>
              </a:ext>
            </a:extLst>
          </p:cNvPr>
          <p:cNvGrpSpPr/>
          <p:nvPr/>
        </p:nvGrpSpPr>
        <p:grpSpPr>
          <a:xfrm rot="5400000">
            <a:off x="7896259" y="5823688"/>
            <a:ext cx="1176234" cy="338554"/>
            <a:chOff x="6720266" y="5797016"/>
            <a:chExt cx="1273952" cy="405336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C8C0AB78-CC5D-D006-3C3C-58775775B4A5}"/>
                </a:ext>
              </a:extLst>
            </p:cNvPr>
            <p:cNvSpPr/>
            <p:nvPr/>
          </p:nvSpPr>
          <p:spPr>
            <a:xfrm>
              <a:off x="6720266" y="5851567"/>
              <a:ext cx="479704" cy="286031"/>
            </a:xfrm>
            <a:prstGeom prst="ellipse">
              <a:avLst/>
            </a:prstGeom>
            <a:noFill/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noFill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3513F79A-06E6-A091-D438-08E7F62F7EAD}"/>
                </a:ext>
              </a:extLst>
            </p:cNvPr>
            <p:cNvSpPr txBox="1"/>
            <p:nvPr/>
          </p:nvSpPr>
          <p:spPr>
            <a:xfrm>
              <a:off x="7127519" y="5797016"/>
              <a:ext cx="866699" cy="4053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电流计</a:t>
              </a:r>
            </a:p>
          </p:txBody>
        </p:sp>
      </p:grpSp>
      <p:sp>
        <p:nvSpPr>
          <p:cNvPr id="113" name="文本框 112">
            <a:extLst>
              <a:ext uri="{FF2B5EF4-FFF2-40B4-BE49-F238E27FC236}">
                <a16:creationId xmlns:a16="http://schemas.microsoft.com/office/drawing/2014/main" id="{443A3643-BF50-DC68-DBE7-1C4F993870DF}"/>
              </a:ext>
            </a:extLst>
          </p:cNvPr>
          <p:cNvSpPr txBox="1"/>
          <p:nvPr/>
        </p:nvSpPr>
        <p:spPr>
          <a:xfrm>
            <a:off x="6078536" y="4926989"/>
            <a:ext cx="1240458" cy="738664"/>
          </a:xfrm>
          <a:prstGeom prst="rect">
            <a:avLst/>
          </a:prstGeom>
          <a:solidFill>
            <a:srgbClr val="EE8640"/>
          </a:solidFill>
        </p:spPr>
        <p:txBody>
          <a:bodyPr wrap="square" rtlCol="0">
            <a:spAutoFit/>
          </a:bodyPr>
          <a:lstStyle/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DC/DC</a:t>
            </a:r>
          </a:p>
          <a:p>
            <a:pPr algn="ctr"/>
            <a:endParaRPr lang="en-US" altLang="zh-CN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72CE310-D3B8-2B9B-145C-5AEA0644F2AC}"/>
              </a:ext>
            </a:extLst>
          </p:cNvPr>
          <p:cNvSpPr txBox="1"/>
          <p:nvPr/>
        </p:nvSpPr>
        <p:spPr>
          <a:xfrm>
            <a:off x="6027831" y="5907385"/>
            <a:ext cx="1389802" cy="40011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98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低压电池</a:t>
            </a:r>
            <a:endParaRPr lang="en-US" altLang="zh-CN" sz="2000" b="1" i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27ECE465-D6EB-6CFE-BA8B-E5FD81DC88EB}"/>
              </a:ext>
            </a:extLst>
          </p:cNvPr>
          <p:cNvSpPr txBox="1"/>
          <p:nvPr/>
        </p:nvSpPr>
        <p:spPr>
          <a:xfrm>
            <a:off x="451333" y="4103454"/>
            <a:ext cx="995120" cy="1046440"/>
          </a:xfrm>
          <a:prstGeom prst="rect">
            <a:avLst/>
          </a:prstGeom>
          <a:solidFill>
            <a:schemeClr val="accent2">
              <a:lumMod val="50000"/>
            </a:schemeClr>
          </a:solidFill>
          <a:ln w="698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侧面板</a:t>
            </a:r>
            <a:endParaRPr lang="en-US" altLang="zh-CN" sz="2000" b="1" i="1" u="sng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检测点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复位按钮等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5A912A80-B28D-9945-5D06-BA164F6FE14F}"/>
              </a:ext>
            </a:extLst>
          </p:cNvPr>
          <p:cNvGrpSpPr/>
          <p:nvPr/>
        </p:nvGrpSpPr>
        <p:grpSpPr>
          <a:xfrm>
            <a:off x="2143335" y="1800345"/>
            <a:ext cx="2756694" cy="1415772"/>
            <a:chOff x="992400" y="1927445"/>
            <a:chExt cx="2756694" cy="1415772"/>
          </a:xfrm>
        </p:grpSpPr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DA712CE7-BC0F-A82B-E33D-BF020E5D3F2C}"/>
                </a:ext>
              </a:extLst>
            </p:cNvPr>
            <p:cNvSpPr txBox="1"/>
            <p:nvPr/>
          </p:nvSpPr>
          <p:spPr>
            <a:xfrm>
              <a:off x="992400" y="1927445"/>
              <a:ext cx="2756694" cy="141577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i="1" u="sng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前仓部件</a:t>
              </a:r>
              <a:endParaRPr lang="en-US" altLang="zh-CN" b="1" i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b="1" dirty="0">
                <a:solidFill>
                  <a:srgbClr val="F4F1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b="1" dirty="0">
                <a:solidFill>
                  <a:srgbClr val="F4F1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en-US" altLang="zh-CN" b="1" dirty="0">
                <a:solidFill>
                  <a:srgbClr val="F4F17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8" name="文本框 167">
              <a:extLst>
                <a:ext uri="{FF2B5EF4-FFF2-40B4-BE49-F238E27FC236}">
                  <a16:creationId xmlns:a16="http://schemas.microsoft.com/office/drawing/2014/main" id="{CEFBE10C-EF09-C92A-D391-FC6915E1855D}"/>
                </a:ext>
              </a:extLst>
            </p:cNvPr>
            <p:cNvSpPr txBox="1"/>
            <p:nvPr/>
          </p:nvSpPr>
          <p:spPr>
            <a:xfrm>
              <a:off x="1575180" y="2842296"/>
              <a:ext cx="1591134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仪表及</a:t>
              </a:r>
              <a:r>
                <a:rPr lang="en-US" altLang="zh-CN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sc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总成</a:t>
              </a: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FC72E16D-66D7-BB18-F4B6-F1A2E2D56584}"/>
                </a:ext>
              </a:extLst>
            </p:cNvPr>
            <p:cNvSpPr txBox="1"/>
            <p:nvPr/>
          </p:nvSpPr>
          <p:spPr>
            <a:xfrm>
              <a:off x="1463614" y="2376562"/>
              <a:ext cx="2102056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按钮、指示灯总成</a:t>
              </a:r>
            </a:p>
          </p:txBody>
        </p:sp>
      </p:grp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CA28F43D-B1A2-EBD1-07F1-D25A22C57091}"/>
              </a:ext>
            </a:extLst>
          </p:cNvPr>
          <p:cNvCxnSpPr>
            <a:cxnSpLocks/>
            <a:stCxn id="115" idx="1"/>
            <a:endCxn id="171" idx="3"/>
          </p:cNvCxnSpPr>
          <p:nvPr/>
        </p:nvCxnSpPr>
        <p:spPr>
          <a:xfrm flipH="1">
            <a:off x="1446453" y="4565522"/>
            <a:ext cx="670401" cy="61152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221379B0-74E4-1CF0-B0E7-35815A7FED22}"/>
              </a:ext>
            </a:extLst>
          </p:cNvPr>
          <p:cNvSpPr txBox="1"/>
          <p:nvPr/>
        </p:nvSpPr>
        <p:spPr>
          <a:xfrm>
            <a:off x="1480465" y="4493675"/>
            <a:ext cx="602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</a:p>
        </p:txBody>
      </p: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4BD50E9B-9529-D53B-3D08-4957C75BFFB4}"/>
              </a:ext>
            </a:extLst>
          </p:cNvPr>
          <p:cNvCxnSpPr>
            <a:cxnSpLocks/>
            <a:stCxn id="168" idx="2"/>
            <a:endCxn id="115" idx="0"/>
          </p:cNvCxnSpPr>
          <p:nvPr/>
        </p:nvCxnSpPr>
        <p:spPr>
          <a:xfrm>
            <a:off x="3521682" y="3084528"/>
            <a:ext cx="7009" cy="634608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7" name="墨迹 186">
                <a:extLst>
                  <a:ext uri="{FF2B5EF4-FFF2-40B4-BE49-F238E27FC236}">
                    <a16:creationId xmlns:a16="http://schemas.microsoft.com/office/drawing/2014/main" id="{4BE173D7-9F0D-9A41-2F87-054787467766}"/>
                  </a:ext>
                </a:extLst>
              </p14:cNvPr>
              <p14:cNvContentPartPr/>
              <p14:nvPr/>
            </p14:nvContentPartPr>
            <p14:xfrm>
              <a:off x="7316271" y="4454845"/>
              <a:ext cx="330840" cy="726840"/>
            </p14:xfrm>
          </p:contentPart>
        </mc:Choice>
        <mc:Fallback>
          <p:pic>
            <p:nvPicPr>
              <p:cNvPr id="187" name="墨迹 186">
                <a:extLst>
                  <a:ext uri="{FF2B5EF4-FFF2-40B4-BE49-F238E27FC236}">
                    <a16:creationId xmlns:a16="http://schemas.microsoft.com/office/drawing/2014/main" id="{4BE173D7-9F0D-9A41-2F87-0547874677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07631" y="4445845"/>
                <a:ext cx="348480" cy="74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8" name="墨迹 187">
                <a:extLst>
                  <a:ext uri="{FF2B5EF4-FFF2-40B4-BE49-F238E27FC236}">
                    <a16:creationId xmlns:a16="http://schemas.microsoft.com/office/drawing/2014/main" id="{D33826E2-D832-02A7-A38E-4EAB4FC2692D}"/>
                  </a:ext>
                </a:extLst>
              </p14:cNvPr>
              <p14:cNvContentPartPr/>
              <p14:nvPr/>
            </p14:nvContentPartPr>
            <p14:xfrm>
              <a:off x="7298631" y="4237045"/>
              <a:ext cx="559440" cy="1258920"/>
            </p14:xfrm>
          </p:contentPart>
        </mc:Choice>
        <mc:Fallback>
          <p:pic>
            <p:nvPicPr>
              <p:cNvPr id="188" name="墨迹 187">
                <a:extLst>
                  <a:ext uri="{FF2B5EF4-FFF2-40B4-BE49-F238E27FC236}">
                    <a16:creationId xmlns:a16="http://schemas.microsoft.com/office/drawing/2014/main" id="{D33826E2-D832-02A7-A38E-4EAB4FC269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89991" y="4228045"/>
                <a:ext cx="577080" cy="12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9" name="墨迹 188">
                <a:extLst>
                  <a:ext uri="{FF2B5EF4-FFF2-40B4-BE49-F238E27FC236}">
                    <a16:creationId xmlns:a16="http://schemas.microsoft.com/office/drawing/2014/main" id="{D54BCCDB-EB8D-D1A1-9FD0-BF8C7623F216}"/>
                  </a:ext>
                </a:extLst>
              </p14:cNvPr>
              <p14:cNvContentPartPr/>
              <p14:nvPr/>
            </p14:nvContentPartPr>
            <p14:xfrm>
              <a:off x="7653231" y="4955605"/>
              <a:ext cx="997560" cy="588600"/>
            </p14:xfrm>
          </p:contentPart>
        </mc:Choice>
        <mc:Fallback>
          <p:pic>
            <p:nvPicPr>
              <p:cNvPr id="189" name="墨迹 188">
                <a:extLst>
                  <a:ext uri="{FF2B5EF4-FFF2-40B4-BE49-F238E27FC236}">
                    <a16:creationId xmlns:a16="http://schemas.microsoft.com/office/drawing/2014/main" id="{D54BCCDB-EB8D-D1A1-9FD0-BF8C7623F2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44591" y="4946965"/>
                <a:ext cx="1015200" cy="60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F4A0A808-39B0-1862-B73A-EB7BEE531D7D}"/>
              </a:ext>
            </a:extLst>
          </p:cNvPr>
          <p:cNvGrpSpPr/>
          <p:nvPr/>
        </p:nvGrpSpPr>
        <p:grpSpPr>
          <a:xfrm>
            <a:off x="7646031" y="5398405"/>
            <a:ext cx="1072440" cy="383400"/>
            <a:chOff x="6494869" y="5399446"/>
            <a:chExt cx="107244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2" name="墨迹 191">
                  <a:extLst>
                    <a:ext uri="{FF2B5EF4-FFF2-40B4-BE49-F238E27FC236}">
                      <a16:creationId xmlns:a16="http://schemas.microsoft.com/office/drawing/2014/main" id="{18FA35C9-C216-F259-0C66-A55B59607C42}"/>
                    </a:ext>
                  </a:extLst>
                </p14:cNvPr>
                <p14:cNvContentPartPr/>
                <p14:nvPr/>
              </p14:nvContentPartPr>
              <p14:xfrm>
                <a:off x="6494869" y="5399446"/>
                <a:ext cx="1072440" cy="383400"/>
              </p14:xfrm>
            </p:contentPart>
          </mc:Choice>
          <mc:Fallback>
            <p:pic>
              <p:nvPicPr>
                <p:cNvPr id="192" name="墨迹 191">
                  <a:extLst>
                    <a:ext uri="{FF2B5EF4-FFF2-40B4-BE49-F238E27FC236}">
                      <a16:creationId xmlns:a16="http://schemas.microsoft.com/office/drawing/2014/main" id="{18FA35C9-C216-F259-0C66-A55B59607C4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86229" y="5390446"/>
                  <a:ext cx="10900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93" name="墨迹 192">
                  <a:extLst>
                    <a:ext uri="{FF2B5EF4-FFF2-40B4-BE49-F238E27FC236}">
                      <a16:creationId xmlns:a16="http://schemas.microsoft.com/office/drawing/2014/main" id="{3AD6C5CD-758D-23C3-7D37-E57F6BD177BD}"/>
                    </a:ext>
                  </a:extLst>
                </p14:cNvPr>
                <p14:cNvContentPartPr/>
                <p14:nvPr/>
              </p14:nvContentPartPr>
              <p14:xfrm>
                <a:off x="7460389" y="5539846"/>
                <a:ext cx="87840" cy="11880"/>
              </p14:xfrm>
            </p:contentPart>
          </mc:Choice>
          <mc:Fallback>
            <p:pic>
              <p:nvPicPr>
                <p:cNvPr id="193" name="墨迹 192">
                  <a:extLst>
                    <a:ext uri="{FF2B5EF4-FFF2-40B4-BE49-F238E27FC236}">
                      <a16:creationId xmlns:a16="http://schemas.microsoft.com/office/drawing/2014/main" id="{3AD6C5CD-758D-23C3-7D37-E57F6BD177B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51749" y="5530846"/>
                  <a:ext cx="10548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95" name="墨迹 194">
                <a:extLst>
                  <a:ext uri="{FF2B5EF4-FFF2-40B4-BE49-F238E27FC236}">
                    <a16:creationId xmlns:a16="http://schemas.microsoft.com/office/drawing/2014/main" id="{D5C636A5-2425-1E5E-3E9C-69205AA29C87}"/>
                  </a:ext>
                </a:extLst>
              </p14:cNvPr>
              <p14:cNvContentPartPr/>
              <p14:nvPr/>
            </p14:nvContentPartPr>
            <p14:xfrm>
              <a:off x="7608591" y="5318485"/>
              <a:ext cx="37800" cy="55080"/>
            </p14:xfrm>
          </p:contentPart>
        </mc:Choice>
        <mc:Fallback>
          <p:pic>
            <p:nvPicPr>
              <p:cNvPr id="195" name="墨迹 194">
                <a:extLst>
                  <a:ext uri="{FF2B5EF4-FFF2-40B4-BE49-F238E27FC236}">
                    <a16:creationId xmlns:a16="http://schemas.microsoft.com/office/drawing/2014/main" id="{D5C636A5-2425-1E5E-3E9C-69205AA29C8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99951" y="5309485"/>
                <a:ext cx="5544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96" name="墨迹 195">
                <a:extLst>
                  <a:ext uri="{FF2B5EF4-FFF2-40B4-BE49-F238E27FC236}">
                    <a16:creationId xmlns:a16="http://schemas.microsoft.com/office/drawing/2014/main" id="{817070EA-20AA-F5D0-A1BC-7D1D583E78E5}"/>
                  </a:ext>
                </a:extLst>
              </p14:cNvPr>
              <p14:cNvContentPartPr/>
              <p14:nvPr/>
            </p14:nvContentPartPr>
            <p14:xfrm>
              <a:off x="7608591" y="4937605"/>
              <a:ext cx="30600" cy="56520"/>
            </p14:xfrm>
          </p:contentPart>
        </mc:Choice>
        <mc:Fallback>
          <p:pic>
            <p:nvPicPr>
              <p:cNvPr id="196" name="墨迹 195">
                <a:extLst>
                  <a:ext uri="{FF2B5EF4-FFF2-40B4-BE49-F238E27FC236}">
                    <a16:creationId xmlns:a16="http://schemas.microsoft.com/office/drawing/2014/main" id="{817070EA-20AA-F5D0-A1BC-7D1D583E78E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99951" y="4928965"/>
                <a:ext cx="48240" cy="74160"/>
              </a:xfrm>
              <a:prstGeom prst="rect">
                <a:avLst/>
              </a:prstGeom>
            </p:spPr>
          </p:pic>
        </mc:Fallback>
      </mc:AlternateContent>
      <p:sp>
        <p:nvSpPr>
          <p:cNvPr id="202" name="文本框 201">
            <a:extLst>
              <a:ext uri="{FF2B5EF4-FFF2-40B4-BE49-F238E27FC236}">
                <a16:creationId xmlns:a16="http://schemas.microsoft.com/office/drawing/2014/main" id="{78AF8FAD-8740-83C6-F910-8ACD881862AE}"/>
              </a:ext>
            </a:extLst>
          </p:cNvPr>
          <p:cNvSpPr txBox="1"/>
          <p:nvPr/>
        </p:nvSpPr>
        <p:spPr>
          <a:xfrm>
            <a:off x="3458291" y="3311533"/>
            <a:ext cx="602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6" name="墨迹 205">
                <a:extLst>
                  <a:ext uri="{FF2B5EF4-FFF2-40B4-BE49-F238E27FC236}">
                    <a16:creationId xmlns:a16="http://schemas.microsoft.com/office/drawing/2014/main" id="{15CB76B7-EA53-F795-94C9-93678FC3F5A5}"/>
                  </a:ext>
                </a:extLst>
              </p14:cNvPr>
              <p14:cNvContentPartPr/>
              <p14:nvPr/>
            </p14:nvContentPartPr>
            <p14:xfrm>
              <a:off x="5287671" y="5213725"/>
              <a:ext cx="805680" cy="47160"/>
            </p14:xfrm>
          </p:contentPart>
        </mc:Choice>
        <mc:Fallback>
          <p:pic>
            <p:nvPicPr>
              <p:cNvPr id="206" name="墨迹 205">
                <a:extLst>
                  <a:ext uri="{FF2B5EF4-FFF2-40B4-BE49-F238E27FC236}">
                    <a16:creationId xmlns:a16="http://schemas.microsoft.com/office/drawing/2014/main" id="{15CB76B7-EA53-F795-94C9-93678FC3F5A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279031" y="5204725"/>
                <a:ext cx="82332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7B780D52-9976-5772-55AB-A99BF53F0FFD}"/>
              </a:ext>
            </a:extLst>
          </p:cNvPr>
          <p:cNvGrpSpPr/>
          <p:nvPr/>
        </p:nvGrpSpPr>
        <p:grpSpPr>
          <a:xfrm>
            <a:off x="5302071" y="5258365"/>
            <a:ext cx="793080" cy="815040"/>
            <a:chOff x="4150909" y="5259406"/>
            <a:chExt cx="793080" cy="81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7" name="墨迹 206">
                  <a:extLst>
                    <a:ext uri="{FF2B5EF4-FFF2-40B4-BE49-F238E27FC236}">
                      <a16:creationId xmlns:a16="http://schemas.microsoft.com/office/drawing/2014/main" id="{69B0CE4A-BED9-7D09-845C-6C44DDDB763B}"/>
                    </a:ext>
                  </a:extLst>
                </p14:cNvPr>
                <p14:cNvContentPartPr/>
                <p14:nvPr/>
              </p14:nvContentPartPr>
              <p14:xfrm>
                <a:off x="4150909" y="5401966"/>
                <a:ext cx="793080" cy="70920"/>
              </p14:xfrm>
            </p:contentPart>
          </mc:Choice>
          <mc:Fallback>
            <p:pic>
              <p:nvPicPr>
                <p:cNvPr id="207" name="墨迹 206">
                  <a:extLst>
                    <a:ext uri="{FF2B5EF4-FFF2-40B4-BE49-F238E27FC236}">
                      <a16:creationId xmlns:a16="http://schemas.microsoft.com/office/drawing/2014/main" id="{69B0CE4A-BED9-7D09-845C-6C44DDDB763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41909" y="5392966"/>
                  <a:ext cx="810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8" name="墨迹 207">
                  <a:extLst>
                    <a:ext uri="{FF2B5EF4-FFF2-40B4-BE49-F238E27FC236}">
                      <a16:creationId xmlns:a16="http://schemas.microsoft.com/office/drawing/2014/main" id="{10F871A1-A3E0-B1CB-BBA5-536795070427}"/>
                    </a:ext>
                  </a:extLst>
                </p14:cNvPr>
                <p14:cNvContentPartPr/>
                <p14:nvPr/>
              </p14:nvContentPartPr>
              <p14:xfrm>
                <a:off x="4612069" y="5472526"/>
                <a:ext cx="250200" cy="478440"/>
              </p14:xfrm>
            </p:contentPart>
          </mc:Choice>
          <mc:Fallback>
            <p:pic>
              <p:nvPicPr>
                <p:cNvPr id="208" name="墨迹 207">
                  <a:extLst>
                    <a:ext uri="{FF2B5EF4-FFF2-40B4-BE49-F238E27FC236}">
                      <a16:creationId xmlns:a16="http://schemas.microsoft.com/office/drawing/2014/main" id="{10F871A1-A3E0-B1CB-BBA5-53679507042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03069" y="5463886"/>
                  <a:ext cx="2678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9" name="墨迹 208">
                  <a:extLst>
                    <a:ext uri="{FF2B5EF4-FFF2-40B4-BE49-F238E27FC236}">
                      <a16:creationId xmlns:a16="http://schemas.microsoft.com/office/drawing/2014/main" id="{998AEFB7-8E1A-172A-F757-682A86B7038C}"/>
                    </a:ext>
                  </a:extLst>
                </p14:cNvPr>
                <p14:cNvContentPartPr/>
                <p14:nvPr/>
              </p14:nvContentPartPr>
              <p14:xfrm>
                <a:off x="4303189" y="5259406"/>
                <a:ext cx="573480" cy="815040"/>
              </p14:xfrm>
            </p:contentPart>
          </mc:Choice>
          <mc:Fallback>
            <p:pic>
              <p:nvPicPr>
                <p:cNvPr id="209" name="墨迹 208">
                  <a:extLst>
                    <a:ext uri="{FF2B5EF4-FFF2-40B4-BE49-F238E27FC236}">
                      <a16:creationId xmlns:a16="http://schemas.microsoft.com/office/drawing/2014/main" id="{998AEFB7-8E1A-172A-F757-682A86B703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294549" y="5250766"/>
                  <a:ext cx="591120" cy="832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6" name="文本框 215">
            <a:extLst>
              <a:ext uri="{FF2B5EF4-FFF2-40B4-BE49-F238E27FC236}">
                <a16:creationId xmlns:a16="http://schemas.microsoft.com/office/drawing/2014/main" id="{B6E18B92-A64A-D1F7-4132-F611F898461F}"/>
              </a:ext>
            </a:extLst>
          </p:cNvPr>
          <p:cNvSpPr txBox="1"/>
          <p:nvPr/>
        </p:nvSpPr>
        <p:spPr>
          <a:xfrm>
            <a:off x="9992617" y="558263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高压盒</a:t>
            </a: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EF3FD0FE-C4B8-97C6-6674-2AEADB0D089C}"/>
              </a:ext>
            </a:extLst>
          </p:cNvPr>
          <p:cNvSpPr txBox="1"/>
          <p:nvPr/>
        </p:nvSpPr>
        <p:spPr>
          <a:xfrm>
            <a:off x="10986085" y="410345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电池箱</a:t>
            </a: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86234EAA-C9AF-6D6A-E878-4A1FC82CE77A}"/>
              </a:ext>
            </a:extLst>
          </p:cNvPr>
          <p:cNvSpPr txBox="1"/>
          <p:nvPr/>
        </p:nvSpPr>
        <p:spPr>
          <a:xfrm>
            <a:off x="9183398" y="2207979"/>
            <a:ext cx="2016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VCU</a:t>
            </a:r>
            <a:r>
              <a:rPr lang="zh-CN" altLang="en-US" sz="2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及外设总成</a:t>
            </a:r>
          </a:p>
        </p:txBody>
      </p:sp>
    </p:spTree>
    <p:extLst>
      <p:ext uri="{BB962C8B-B14F-4D97-AF65-F5344CB8AC3E}">
        <p14:creationId xmlns:p14="http://schemas.microsoft.com/office/powerpoint/2010/main" val="305299096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宽屏</PresentationFormat>
  <Paragraphs>62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 zhang</dc:creator>
  <cp:lastModifiedBy>chi zhang</cp:lastModifiedBy>
  <cp:revision>1</cp:revision>
  <dcterms:created xsi:type="dcterms:W3CDTF">2025-08-14T13:35:03Z</dcterms:created>
  <dcterms:modified xsi:type="dcterms:W3CDTF">2025-08-14T13:35:17Z</dcterms:modified>
</cp:coreProperties>
</file>